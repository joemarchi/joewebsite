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信用風險評估 — AI 輔助授信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資料來源：Kaggle —「Home Credit Default Risk」競賽</a:t>
            </a:r>
          </a:p>
          <a:p>
            <a:r>
              <a:t>從來源資料到風險分數：資料為何能預測、如何前處理與訓練，以及授信人員的實務應用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為什麼這些資料能預測違約風險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資料來源：Kaggle「Home Credit Default Risk」競賽——以真實貸款申請人的歷史紀錄，搭配是否違約的結果(TARGET)為標籤，供模型學習。</a:t>
            </a:r>
          </a:p>
          <a:p>
            <a:pPr>
              <a:defRPr sz="1600"/>
            </a:pPr>
            <a:r>
              <a:t>過往還款行為：逾期天數、準時繳款比例 —— 最直接反映償債意願與能力。</a:t>
            </a:r>
          </a:p>
          <a:p>
            <a:pPr>
              <a:defRPr sz="1600"/>
            </a:pPr>
            <a:r>
              <a:t>負債與收入結構：授信金額/收入、月攤還/收入比 —— 衡量還款壓力是否過重。</a:t>
            </a:r>
          </a:p>
          <a:p>
            <a:pPr>
              <a:defRPr sz="1600"/>
            </a:pPr>
            <a:r>
              <a:t>既有信貸狀況：在各機構的貸款筆數與未償餘額 —— 反映整體負債水位。</a:t>
            </a:r>
          </a:p>
          <a:p>
            <a:pPr>
              <a:defRPr sz="1600"/>
            </a:pPr>
            <a:r>
              <a:t>申請與查詢頻率：短期內多次申請 —— 常是資金緊張的警訊。</a:t>
            </a:r>
          </a:p>
          <a:p>
            <a:pPr>
              <a:defRPr sz="1600"/>
            </a:pPr>
            <a:r>
              <a:t>金流穩定度與申請人輪廓：收入/帳戶進出穩定度、年齡、年資等 —— 反映財務健康並區隔風險族群。</a:t>
            </a:r>
          </a:p>
          <a:p>
            <a:pPr>
              <a:defRPr sz="1600"/>
            </a:pPr>
            <a:r>
              <a:t>小結：上述『行為 + 結構』訊號與歷史違約結果高度相關，故模型能據此在統計上區分高/低風險。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資料前處理與機器學習流程（總覽）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探索分析(EDA)：先看資料分布、缺失與異常，並注意違約屬於少數族群（不平衡）。</a:t>
            </a:r>
          </a:p>
          <a:p>
            <a:pPr>
              <a:defRPr sz="1600"/>
            </a:pPr>
            <a:r>
              <a:t>資料清理：修正異常值與日期格式、處理缺失值，讓資料一致可用。</a:t>
            </a:r>
          </a:p>
          <a:p>
            <a:pPr>
              <a:defRPr sz="1600"/>
            </a:pPr>
            <a:r>
              <a:t>特徵工程：把多筆歷史紀錄彙整成每位申請人的『行為摘要與比率指標』，並挑出最有預測力的特徵。</a:t>
            </a:r>
          </a:p>
          <a:p>
            <a:pPr>
              <a:defRPr sz="1600"/>
            </a:pPr>
            <a:r>
              <a:t>資料切分(Split)：分訓練/驗證，且依時間切分，確保模型對『未來新案件』仍然準確。</a:t>
            </a:r>
          </a:p>
          <a:p>
            <a:pPr>
              <a:defRPr sz="1600"/>
            </a:pPr>
            <a:r>
              <a:t>模型訓練與評估：讓模型從歷史案件學習違約樣態，再用沒看過的資料檢驗可靠度與穩定度。</a:t>
            </a:r>
          </a:p>
          <a:p>
            <a:pPr>
              <a:defRPr sz="1600"/>
            </a:pPr>
            <a:r>
              <a:t>產出：為每一筆申請輸出一個『風險分數』。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模型產出：風險分數的意義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模型把眾多訊號濃縮成單一『風險分數』，便於快速判讀。</a:t>
            </a:r>
          </a:p>
          <a:p>
            <a:pPr>
              <a:defRPr sz="1600"/>
            </a:pPr>
            <a:r>
              <a:t>分數對應違約機率，可切分為 低 / 中 / 高 三個風險等級。</a:t>
            </a:r>
          </a:p>
          <a:p>
            <a:pPr>
              <a:defRPr sz="1600"/>
            </a:pPr>
            <a:r>
              <a:t>同時列出『主要風險因子』，讓判斷可解釋、可向客戶與主管說明。</a:t>
            </a:r>
          </a:p>
          <a:p>
            <a:pPr>
              <a:defRPr sz="1600"/>
            </a:pPr>
            <a:r>
              <a:t>重視穩定度：分數須隨時間維持可靠，不因近期樣態變動而失準。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實務應用：AI 輔助授信流程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收件 → 帶入/輸入申請人資料 → AI 模型即時產生風險分數與等級。</a:t>
            </a:r>
          </a:p>
          <a:p>
            <a:pPr>
              <a:defRPr sz="1600"/>
            </a:pPr>
            <a:r>
              <a:t>低風險：快速核准；中風險：人工複審並補件；高風險：加強審查或婉拒。</a:t>
            </a:r>
          </a:p>
          <a:p>
            <a:pPr>
              <a:defRPr sz="1600"/>
            </a:pPr>
            <a:r>
              <a:t>AI 是『輔助』而非取代：最終決策由授信人員結合分數、因子與經驗判斷。</a:t>
            </a:r>
          </a:p>
          <a:p>
            <a:pPr>
              <a:defRPr sz="1600"/>
            </a:pPr>
            <a:r>
              <a:t>效益：加速審件、統一風險判讀標準、降低人為遺漏、保留決策軌跡。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網頁設計：授信風險評估輔助工具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輸入區：申請人關鍵欄位（年齡、年收入、授信金額、月攤還、年資、過往逾期、既有貸款數、外部信用分數…）。</a:t>
            </a:r>
          </a:p>
          <a:p>
            <a:pPr>
              <a:defRPr sz="1600"/>
            </a:pPr>
            <a:r>
              <a:t>一鍵『AI 風險評估』，即時計算。</a:t>
            </a:r>
          </a:p>
          <a:p>
            <a:pPr>
              <a:defRPr sz="1600"/>
            </a:pPr>
            <a:r>
              <a:t>輸出區：風險分數儀表、風險等級、預估違約機率、主要風險因子清單、建議處置。</a:t>
            </a:r>
          </a:p>
          <a:p>
            <a:pPr>
              <a:defRPr sz="1600"/>
            </a:pPr>
            <a:r>
              <a:t>合規提示：分數為決策輔助，仍須人工複核並符合法遵要求。</a:t>
            </a:r>
          </a:p>
          <a:p>
            <a:pPr>
              <a:defRPr sz="1600"/>
            </a:pPr>
            <a:r>
              <a:t>（實際互動畫面見隨附網頁 credit_risk_app/index.html）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價值與結論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來源資料涵蓋行為與結構訊號 —— 具備足夠的違約預測力。</a:t>
            </a:r>
          </a:p>
          <a:p>
            <a:pPr>
              <a:defRPr sz="1600"/>
            </a:pPr>
            <a:r>
              <a:t>標準化的前處理與訓練流程 —— 結果穩定、可重現、可解釋。</a:t>
            </a:r>
          </a:p>
          <a:p>
            <a:pPr>
              <a:defRPr sz="1600"/>
            </a:pPr>
            <a:r>
              <a:t>落地為授信人員的網頁工具 —— 即時風險分數，授信決策更快也更一致。</a:t>
            </a:r>
          </a:p>
          <a:p>
            <a:pPr>
              <a:defRPr sz="1600"/>
            </a:pPr>
            <a:r>
              <a:t>AI 定位為輔助決策，兼顧效率、風險控管與可解釋性。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