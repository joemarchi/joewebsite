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Home Credit 信用違約風險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Kaggle 信用評估競賽資料介紹、專案可行性、資料處理與演算法評估</a:t>
            </a:r>
          </a:p>
          <a:p>
            <a:r>
              <a:t>（資料來源：Home Credit 2024 特徵字典 + 訓練流程規格書）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競賽與資料集介紹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目標：依申請人資料預測貸款是否違約（target：0=正常，1=違約），協助對信用紀錄不足的族群做風險評估。</a:t>
            </a:r>
          </a:p>
          <a:p>
            <a:pPr>
              <a:defRPr sz="1600"/>
            </a:pPr>
            <a:r>
              <a:t>附件特徵字典共 465 個欄位，採 _&lt;id&gt;&lt;型別&gt; 命名（如 amount_1115A、approvaldate_319D），屬於 2024「Credit Risk Model Stability」競賽。</a:t>
            </a:r>
          </a:p>
          <a:p>
            <a:pPr>
              <a:defRPr sz="1600"/>
            </a:pPr>
            <a:r>
              <a:t>與規格書(spec.md)所述 2018 版差異：2018 以 SK_ID_CURR 為主鍵、多張 csv（bureau、previous_application…）；2024 以 case_id 為主鍵、parquet 多深度表，並新增『模型穩定度』要求。</a:t>
            </a:r>
          </a:p>
          <a:p>
            <a:pPr>
              <a:defRPr sz="1600"/>
            </a:pPr>
            <a:r>
              <a:t>本簡報以 2024 實際資料為準，沿用規格書的 Pipeline 架構（兩版流程高度相通）。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資料結構與檔案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主表 base：case_id、date_decision、WEEK_NUM、MONTH、target，定義每筆申請與時間軸。</a:t>
            </a:r>
          </a:p>
          <a:p>
            <a:pPr>
              <a:defRPr sz="1600"/>
            </a:pPr>
            <a:r>
              <a:t>特徵表依 depth 分層：depth 0（單列／申請當下）、depth 1、depth 2（一對多歷史，需聚合）。</a:t>
            </a:r>
          </a:p>
          <a:p>
            <a:pPr>
              <a:defRPr sz="1600"/>
            </a:pPr>
            <a:r>
              <a:t>主題涵蓋：聯徵紀錄、過往申請、稅務、存款／簽帳卡金流、分期還款、人口統計等。</a:t>
            </a:r>
          </a:p>
          <a:p>
            <a:pPr>
              <a:defRPr sz="1600"/>
            </a:pPr>
            <a:r>
              <a:t>串接鍵：以 case_id 將各表 left join 回主表；depth 1/2 需先 groupby(case_id) 聚合為單列。</a:t>
            </a:r>
          </a:p>
          <a:p>
            <a:pPr>
              <a:defRPr sz="1600"/>
            </a:pPr>
            <a:r>
              <a:t>格式為 parquet、資料量達數 GB，建議用 Polars / DuckDB 做高效聚合。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特徵字典概覽（465 欄位）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命名後綴即資料型別線索，分布如下：</a:t>
            </a:r>
          </a:p>
          <a:p>
            <a:pPr>
              <a:defRPr sz="1600"/>
            </a:pPr>
            <a:r>
              <a:t>L 其他/一般轉換 187；A 金額 102；M 遮罩類別 63；D 日期 57；P 逾期天數(DPD) 33；T 其他轉換 22。</a:t>
            </a:r>
          </a:p>
          <a:p>
            <a:pPr>
              <a:defRPr sz="1600"/>
            </a:pPr>
            <a:r>
              <a:t>金額類(A)：授信額度、攤還金額、存款餘額、扣繳稅額等 → 適合做比率與統計聚合。</a:t>
            </a:r>
          </a:p>
          <a:p>
            <a:pPr>
              <a:defRPr sz="1600"/>
            </a:pPr>
            <a:r>
              <a:t>日期類(D)：核准日、指派日等 → 轉為距今天數、區間長度等時間特徵。</a:t>
            </a:r>
          </a:p>
          <a:p>
            <a:pPr>
              <a:defRPr sz="1600"/>
            </a:pPr>
            <a:r>
              <a:t>逾期類(P)：avgdpd、maxdpd 等 → 違約風險最直接訊號。</a:t>
            </a:r>
          </a:p>
          <a:p>
            <a:pPr>
              <a:defRPr sz="1600"/>
            </a:pPr>
            <a:r>
              <a:t>類別類(M)：地址行政區、帳戶類型等 → 樹模型可原生處理或目標編碼。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評估指標：Gini 穩定度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主指標為自訂的『gini stability』，不只看單一 AUC，而看跨時間(WEEK_NUM)的表現穩定度。</a:t>
            </a:r>
          </a:p>
          <a:p>
            <a:pPr>
              <a:defRPr sz="1600"/>
            </a:pPr>
            <a:r>
              <a:t>每週計算 gini = 2×AUC − 1；對各週 gini 擬合線性迴歸取斜率 a。</a:t>
            </a:r>
          </a:p>
          <a:p>
            <a:pPr>
              <a:defRPr sz="1600"/>
            </a:pPr>
            <a:r>
              <a:t>穩定度 = mean(gini) + 88.0×min(0, a) − 0.5×std(殘差)：效能隨時間下滑或波動都會被重罰。</a:t>
            </a:r>
          </a:p>
          <a:p>
            <a:pPr>
              <a:defRPr sz="1600"/>
            </a:pPr>
            <a:r>
              <a:t>啟示：模型不能只追求驗證集高分，須具時間泛化力與穩健性（正則化、特徵穩定）。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專案可行性評估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資料面：標籤明確、特徵豐富(數百~上千)、公開 baseline 與 notebook 成熟 → 高度可行。</a:t>
            </a:r>
          </a:p>
          <a:p>
            <a:pPr>
              <a:defRPr sz="1600"/>
            </a:pPr>
            <a:r>
              <a:t>挑戰一 類別不平衡：違約僅約 3%，須用 AUC/Gini 為主、佐以 scale_pos_weight。</a:t>
            </a:r>
          </a:p>
          <a:p>
            <a:pPr>
              <a:defRPr sz="1600"/>
            </a:pPr>
            <a:r>
              <a:t>挑戰二 資料規模：多表數 GB，記憶體與聚合是瓶頸 → Polars/DuckDB、分塊與型別優化。</a:t>
            </a:r>
          </a:p>
          <a:p>
            <a:pPr>
              <a:defRPr sz="1600"/>
            </a:pPr>
            <a:r>
              <a:t>挑戰三 穩定度要求：須做時間感知驗證，避免過擬合近期資料。</a:t>
            </a:r>
          </a:p>
          <a:p>
            <a:pPr>
              <a:defRPr sz="1600"/>
            </a:pPr>
            <a:r>
              <a:t>資源：單機(16~32GB RAM) + LightGBM 即可達競爭力；GPU 非必要。</a:t>
            </a:r>
          </a:p>
          <a:p>
            <a:pPr>
              <a:defRPr sz="1600"/>
            </a:pPr>
            <a:r>
              <a:t>商業價值高：可解釋(SHAP) 的風險因子報告可直接支援授信決策。</a:t>
            </a:r>
          </a:p>
          <a:p>
            <a:pPr>
              <a:defRPr sz="1600"/>
            </a:pPr>
            <a:r>
              <a:t>結論：技術與資源門檻可控，建議推進，以 LightGBM 為主力先建立穩定 baseline。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資料處理流程總覽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1. 資料載入：parquet 讀取、以 case_id 對齊、型別優化。</a:t>
            </a:r>
          </a:p>
          <a:p>
            <a:pPr>
              <a:defRPr sz="1600"/>
            </a:pPr>
            <a:r>
              <a:t>2. EDA：標籤不平衡、缺失率、異常碼、欄位 cardinality 與時間分布。</a:t>
            </a:r>
          </a:p>
          <a:p>
            <a:pPr>
              <a:defRPr sz="1600"/>
            </a:pPr>
            <a:r>
              <a:t>3. 資料清理：異常值轉 NaN、日期正負號修正、類別缺失處理。</a:t>
            </a:r>
          </a:p>
          <a:p>
            <a:pPr>
              <a:defRPr sz="1600"/>
            </a:pPr>
            <a:r>
              <a:t>4. 特徵工程：比率、時間、聚合（depth 1/2 的 mean/max/sum/std/last）。</a:t>
            </a:r>
          </a:p>
          <a:p>
            <a:pPr>
              <a:defRPr sz="1600"/>
            </a:pPr>
            <a:r>
              <a:t>5. 特徵彙整：left join 回主表、移除高缺失/零變異/高共線特徵。</a:t>
            </a:r>
          </a:p>
          <a:p>
            <a:pPr>
              <a:defRPr sz="1600"/>
            </a:pPr>
            <a:r>
              <a:t>6. 切分→7. 訓練→8. 評估→9. 調參→10. 推論→11. 提交檔。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資料清理與異常處理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異常碼：將哨兵值（如就業天數的異常極大值）統一轉為 NaN，避免污染分布。</a:t>
            </a:r>
          </a:p>
          <a:p>
            <a:pPr>
              <a:defRPr sz="1600"/>
            </a:pPr>
            <a:r>
              <a:t>日期欄(_D)：多為相對天數，統一符號並轉為正向『距今天數』。</a:t>
            </a:r>
          </a:p>
          <a:p>
            <a:pPr>
              <a:defRPr sz="1600"/>
            </a:pPr>
            <a:r>
              <a:t>類別欄(_M)：缺失補 'Unknown' 或保留交由 LightGBM/CatBoost 原生處理。</a:t>
            </a:r>
          </a:p>
          <a:p>
            <a:pPr>
              <a:defRPr sz="1600"/>
            </a:pPr>
            <a:r>
              <a:t>高缺失(&gt;80%) 與零變異欄位移除；高度共線(|r|&gt;0.95) 擇一保留。</a:t>
            </a:r>
          </a:p>
          <a:p>
            <a:pPr>
              <a:defRPr sz="1600"/>
            </a:pPr>
            <a:r>
              <a:t>全程固定 random seed，確保可重現性。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特徵工程與多表彙整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比率特徵：授信/收入、攤還/收入、負債/額度等風險敏感比值。</a:t>
            </a:r>
          </a:p>
          <a:p>
            <a:pPr>
              <a:defRPr sz="1600"/>
            </a:pPr>
            <a:r>
              <a:t>時間特徵：年齡、年資、合約存續期間、最近一次逾期距今天數。</a:t>
            </a:r>
          </a:p>
          <a:p>
            <a:pPr>
              <a:defRPr sz="1600"/>
            </a:pPr>
            <a:r>
              <a:t>歷史聚合（依 case_id groupby）：逾期天數的 mean/max/std、繳款準時率、未償餘額統計、申請/核准次數。</a:t>
            </a:r>
          </a:p>
          <a:p>
            <a:pPr>
              <a:defRPr sz="1600"/>
            </a:pPr>
            <a:r>
              <a:t>depth 2 → depth 1 → base 逐層聚合，控制特徵爆炸與記憶體。</a:t>
            </a:r>
          </a:p>
          <a:p>
            <a:pPr>
              <a:defRPr sz="1600"/>
            </a:pPr>
            <a:r>
              <a:t>類別編碼：樹模型用 Label/原生處理；必要時用平滑後的目標編碼(避免洩漏)。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演算法選擇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基準：Logistic Regression（標準化 + L2），建立可解釋下限。</a:t>
            </a:r>
          </a:p>
          <a:p>
            <a:pPr>
              <a:defRPr sz="1600"/>
            </a:pPr>
            <a:r>
              <a:t>主力：LightGBM（梯度提升樹），原生支援缺失值與類別、訓練快、特徵多時表現佳。</a:t>
            </a:r>
          </a:p>
          <a:p>
            <a:pPr>
              <a:defRPr sz="1600"/>
            </a:pPr>
            <a:r>
              <a:t>備援：XGBoost、CatBoost（類別特徵強）；可做模型集成。</a:t>
            </a:r>
          </a:p>
          <a:p>
            <a:pPr>
              <a:defRPr sz="1600"/>
            </a:pPr>
            <a:r>
              <a:t>不平衡處理：scale_pos_weight 或 is_unbalance；以 AUC 早停。</a:t>
            </a:r>
          </a:p>
          <a:p>
            <a:pPr>
              <a:defRPr sz="1600"/>
            </a:pPr>
            <a:r>
              <a:t>穩定度導向：較強正則化(reg_alpha/lambda)、限制樹深、特徵/樣本抽樣，換取跨時間穩健。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驗證策略與超參數調整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驗證：依 WEEK_NUM 做時間感知切分 / StratifiedGroupKFold，模擬未來週次、貼近 stability 評分。</a:t>
            </a:r>
          </a:p>
          <a:p>
            <a:pPr>
              <a:defRPr sz="1600"/>
            </a:pPr>
            <a:r>
              <a:t>另留 holdout（最後一段時間）做最終驗證。</a:t>
            </a:r>
          </a:p>
          <a:p>
            <a:pPr>
              <a:defRPr sz="1600"/>
            </a:pPr>
            <a:r>
              <a:t>調參工具：Optuna（貝氏搜尋），目標為交叉驗證平均 gini/AUC。</a:t>
            </a:r>
          </a:p>
          <a:p>
            <a:pPr>
              <a:defRPr sz="1600"/>
            </a:pPr>
            <a:r>
              <a:t>LightGBM 主要參數：num_leaves、max_depth、learning_rate、min_child_samples、feature_fraction、bagging_fraction、reg_alpha、reg_lambda。</a:t>
            </a:r>
          </a:p>
          <a:p>
            <a:pPr>
              <a:defRPr sz="1600"/>
            </a:pPr>
            <a:r>
              <a:t>以 5-fold 平均分數與標準差評估穩定性。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預期成果與驗收標準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Pipeline 可從原始檔一鍵執行至產出 submission（case_id, score）。</a:t>
            </a:r>
          </a:p>
          <a:p>
            <a:pPr>
              <a:defRPr sz="1600"/>
            </a:pPr>
            <a:r>
              <a:t>LightGBM baseline 交叉驗證 AUC 目標 ≥ 0.78（規格書門檻）；持續優化 gini 穩定度。</a:t>
            </a:r>
          </a:p>
          <a:p>
            <a:pPr>
              <a:defRPr sz="1600"/>
            </a:pPr>
            <a:r>
              <a:t>輸出特徵重要性 / SHAP 報告，提供業務可理解的風險因子。</a:t>
            </a:r>
          </a:p>
          <a:p>
            <a:pPr>
              <a:defRPr sz="1600"/>
            </a:pPr>
            <a:r>
              <a:t>全流程可重現（固定 seed）、模型序列化保存，支援對測試集推論。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風險、下一步與結論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風險：特徵洩漏(時間因果)、近期分布漂移、過擬合單一時段。</a:t>
            </a:r>
          </a:p>
          <a:p>
            <a:pPr>
              <a:defRPr sz="1600"/>
            </a:pPr>
            <a:r>
              <a:t>下一步：先建 LightGBM baseline → 時間感知 CV → 加聚合特徵 → Optuna 調參 → 監控穩定度。</a:t>
            </a:r>
          </a:p>
          <a:p>
            <a:pPr>
              <a:defRPr sz="1600"/>
            </a:pPr>
            <a:r>
              <a:t>工程：以 Polars/DuckDB 控管資料量；Pipeline 模組化（loader/cleaning/fe/train/predict）。</a:t>
            </a:r>
          </a:p>
          <a:p>
            <a:pPr>
              <a:defRPr sz="1600"/>
            </a:pPr>
            <a:r>
              <a:t>結論：資料完備、技術成熟、資源可控，專案高度可行，建議以穩定度為核心目標推進。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